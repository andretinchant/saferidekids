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SafeRide Kids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Escolar Inteligente &amp; Seguro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657600"/>
            <a:ext cx="27432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Arquitetura &amp; Planejamento Estratégico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Vick Monteiro  •  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 &amp; A Oportunidade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3291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 não têm visibilidade sobre o trajeto dos filhos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Motoristas sem validação de antecedentes rigorosa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via WhatsApp — desorganizada e sem rastreio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controle de embarque/desembarque verificado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Cobranças manuais, sem gestão financeira integrada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registro digital de presença da criança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840480" cy="329184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OPORTUNIDADE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18288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brasileiro: ~150 mil motoristas escolares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player dominante tipo 'Uber' no segmento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cria barreira de entrada para concorrentes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 dispostos a pagar por segurança e tecnologia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recorrente (mensal/semestral/anual)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via franquia digital por cidade/região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do Produto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que conecta pais e motoristas de transporte escolar com segurança de nível enterprise, rastreamento em tempo real e verificação facial de embarque.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2926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2560320" cy="6400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motoristas verificados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van em tempo real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notificações de embarque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faltas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pelo app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691640"/>
            <a:ext cx="2560320" cy="2926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691640"/>
            <a:ext cx="2560320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83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MOTORISTAS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2044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solicitações de serviço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rotas otimizadas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check-in facial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financeira integrada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com pais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691640"/>
            <a:ext cx="2560320" cy="2926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691640"/>
            <a:ext cx="2560320" cy="640080"/>
          </a:xfrm>
          <a:prstGeom prst="rect">
            <a:avLst/>
          </a:prstGeom>
          <a:solidFill>
            <a:srgbClr val="0F2B4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3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55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antecedentes criminais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Intermediação contratual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pagamentos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LGPD compliance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 disputas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 Principais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Inteligente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554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conecta pais a motoristas por proximidade, rota e disponibilidade. Aceite/rejeite bilateral.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83280" y="1005840"/>
            <a:ext cx="2560320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Check-in Facial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520440" y="1554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facial da criança. A cada embarque/desembarque, reconhecimento confirma identidade e registra horário.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1005840"/>
            <a:ext cx="2560320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Rastreamento Real-Time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55080" y="1554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contínuo da van. Pais acompanham trajeto no app com ETAs e geofencing de chegada.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2971800"/>
            <a:ext cx="2560320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089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Notificações Smart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5800" y="35204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chegada (casa/escola), embarque, desembarque, desvio de rota e local de entrega diferente.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383280" y="2971800"/>
            <a:ext cx="2560320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0896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Otimização de Rotas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520440" y="35204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calcula melhor rota entre todos os alunos e destino final, considerando trânsito em tempo real.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17920" y="2971800"/>
            <a:ext cx="2560320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0896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Pagamento Recorrente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355080" y="35204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mensal, semestral ou anual. Cobrança automática, NFS-e, split de pagamento, controle de inadimplência.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Jornada do Usuário — Pais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08760" y="1371600"/>
            <a:ext cx="685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 documentos, dados do filho(a) e endereço. Upload de foto facial da criança.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685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01168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148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sugere motoristas verificados na região. Pai avalia perfil, antecedentes, avaliações e rota.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10972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83480" y="1371600"/>
            <a:ext cx="685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74904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148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bilateral. Plataforma gera contrato digital com termos, plano de pagamento e regras.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0972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20840" y="1371600"/>
            <a:ext cx="685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8640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Rotina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148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Diariamente: confirmar presença, acompanhar van, receber check-in facial e notificações.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10972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2148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faltas, trocar motorista, renovar contrato, avaliar serviço, consultar histórico.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Diário: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de presença → Notificação "motorista a caminho" → Check-in facial ao embarcar → Rastreamento GPS durante trajeto → Notificação de chegada na escola → Check-out registrado com geolocalização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Jornada do Usuário — Motorista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08760" y="1371600"/>
            <a:ext cx="6858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 Rigoroso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 D/E, alvará, cert. antecedentes, vistoria do veículo, fotos, seguro. Validação manual + automatizada.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6858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01168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Receber Pedidos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1488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de pais na região. Avalia rota, horário, capacidade. Aceita ou recusa.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83480" y="1371600"/>
            <a:ext cx="6858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74904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1488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formaliza o serviço. Plataforma gera contrato digital com split de pagamento.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20840" y="1371600"/>
            <a:ext cx="6858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8640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 Diária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1488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calcula rota otimizada. Check-in facial de cada criança. Registros automáticos.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&amp; Entrega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21488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chegar, registra entrega com geoloc. Se local diferente, marca e pais são notificados.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0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9728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Check com Geolocalização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embarque e desembarque é registrado com coordenadas GPS exatas. Se a criança for deixada em local diferente do cadastrado, o sistema marca a localização real e envia notificação push imediata aos pais com o endereço.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de Alto Nível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37160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65960" y="1005840"/>
            <a:ext cx="195072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005840"/>
            <a:ext cx="195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Pais (Mobile)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08120" y="1005840"/>
            <a:ext cx="195072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8120" y="1005840"/>
            <a:ext cx="195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Motorista (Mobile)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50280" y="1005840"/>
            <a:ext cx="195072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0280" y="1005840"/>
            <a:ext cx="195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 (Web)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137160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9202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65960" y="2011680"/>
            <a:ext cx="195072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011680"/>
            <a:ext cx="195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08120" y="2011680"/>
            <a:ext cx="195072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8120" y="2011680"/>
            <a:ext cx="195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50280" y="2011680"/>
            <a:ext cx="195072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0280" y="2011680"/>
            <a:ext cx="195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(NGINX)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1371600" cy="685800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MICROSSERVIÇOS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65960" y="2926080"/>
            <a:ext cx="783771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2926080"/>
            <a:ext cx="7837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41171" y="2926080"/>
            <a:ext cx="783771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41171" y="2926080"/>
            <a:ext cx="7837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16383" y="2926080"/>
            <a:ext cx="783771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16383" y="2926080"/>
            <a:ext cx="7837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91594" y="2926080"/>
            <a:ext cx="783771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1594" y="2926080"/>
            <a:ext cx="7837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66806" y="2926080"/>
            <a:ext cx="783771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6806" y="2926080"/>
            <a:ext cx="7837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Hub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42017" y="2926080"/>
            <a:ext cx="783771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2017" y="2926080"/>
            <a:ext cx="7837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Service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17229" y="2926080"/>
            <a:ext cx="783771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17229" y="2926080"/>
            <a:ext cx="7837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931920"/>
            <a:ext cx="1371600" cy="68580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931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&amp; INFRA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65960" y="4023360"/>
            <a:ext cx="144018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4023360"/>
            <a:ext cx="1440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(principal)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97580" y="4023360"/>
            <a:ext cx="144018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7580" y="4023360"/>
            <a:ext cx="1440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(cache/sessions)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4023360"/>
            <a:ext cx="144018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023360"/>
            <a:ext cx="1440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 (fotos)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60820" y="4023360"/>
            <a:ext cx="144018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0820" y="4023360"/>
            <a:ext cx="1440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 (RabbitMQ)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97680" y="16642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▼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297680" y="2670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▼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297680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▼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via HTTPS/TLS 1.3  •  mTLS entre microsserviços  •  Event-driven (RabbitMQ)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 Recomendado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40233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 / .NET 8 (Minimal APIs)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da equipe, performance, tipagem forte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 ou .NET MAUI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 (iOS + Android), JS/C# compatível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Web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17+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da equipe, enterprise-grade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Principal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 (Azure SQL)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Compliance, transações ACID, expertise existente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&amp; Sessions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de rastreamento real-time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Broker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 / Azure Service Bus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assíncronos (notificações, check-ins)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Reconhec. Facial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Face API / AWS Rekognition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 enterprise, compliance com menores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&amp; Rotas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Directions API, Distance Matrix, Geocoding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/ Asaas / PagSeguro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Recorrência, split, NFS-e, compliance BR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Notifications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Cloud Messaging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Gratuito, confiável, cross-platform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(fotos)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/ AWS S3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Encriptação at-rest, lifecycle policies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+ Docker + K8s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automatizado, escalabilidade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baseada no domínio C#/.NET + JavaScript da equipe, minimizando curva de aprendizado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 &amp; Compliance LGPD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CRÍTICOS MANIPULADOS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de menores de idade (nome, foto, escola, endereço)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Biometria facial (dado sensível LGPD Art. 5°, II)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Geolocalização em tempo real de crianças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financeiros (cartões, cobranças)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criminais de motoristas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Endereços residenciais das famílias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548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MEDIDAS OBRIGATÓRIAS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4880" y="118872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AES-256 em repouso, TLS 1.3 em trânsito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explícito do responsável (LGPD Art. 14°)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(Encarregado de Dados) designado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biométricos armazenados com tokenização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acesso auditáveis (SIEM)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retenção: dados deletados em 30 dias pós-cancelamento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Pen-testing trimestral + bug bounty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obrigatório para pais e motoristas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977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A LGPD (Art. 14°) exige base legal específica para tratamento de dados de menores — consentimento do responsável legal é OBRIGATÓRIO. Biometria facial é dado sensível e requer consentimento destacado + finalidade específica. Multa: até 2% do faturamento (máx R$50M por infração).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Reconhecimento Facial — Fluxo &amp; Riscos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08760" y="1234440"/>
            <a:ext cx="7772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faz upload de 3-5 fotos do filho em diferentes ângulos. Sistema gera embedding facial encriptado.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0" y="10058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03320" y="1234440"/>
            <a:ext cx="7772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56032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Embarque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 aponta câmera. App compara embedding em tempo real. Match &gt; 95% = confirmado.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0" y="10058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97880" y="1234440"/>
            <a:ext cx="7772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75488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geoloc + resultado da verificação são registrados. Notificação enviada aos pais.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98080" y="10058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reconhecimento falhar (iluminação, máscara), motorista insere código numérico de backup.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9184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 DE ATENÇÃO — Reconhecimento Facial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algorítmico: APIs de FR têm menor precisão para crianças e tons de pele escuros — testar extensivamente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criança altera biometria — recadastro a cada 6 meses obrigatório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Iluminação ruim dentro da van pode causar falsos negativos — LED auxiliar + fallback por código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Art. 11: biometria é dado sensível, requer consentimento específico e destacado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 apenas embeddings (hashes), NUNCA fotos raw no servidor — evita vazamento de imagens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Geolocalização &amp; Rastreamento em Tempo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3749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IMPLEMENTAÇÃO TÉCNICA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do dispositivo do motorista (intervalo: 5-10s)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(SignalR) para streaming real-time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 para distribuir posições aos pais inscritos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Geofencing: raios de 200m em casa e escola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automático de notificação ao entrar no geofence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ETA via Google Directions API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trajetos armazenado por 90 dias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desvio de rota (&gt; 500m da rota planejada)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840480" cy="3749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RISCOS &amp; MITIGAÇÕES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37760" y="155448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bateria: otimizar intervalo GPS (5s ativo, 30s background)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sinal GPS em túneis/garagens: last known + interpolação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localização de crianças = altíssimo risco: encriptar em trânsito e repouso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 localização apenas durante contrato ativo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de localização acessível a terceiros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no WebSocket para evitar DDoS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Google Maps: ~$7/1000 requests (otimizar com cache)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se GPS falhar, motorista faz check manual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Negócio &amp; Monetização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2194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256032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R$ 29,90/mês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 flexível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período de teste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funcionalidades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560320" cy="2194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05840"/>
            <a:ext cx="25603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SEMESTRAL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08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832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R$ 24,90/mês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2057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17%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6 meses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prioritário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560320" cy="2194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560320" cy="50292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R$ 19,90/mês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2057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33%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12 meses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premium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de Receita Adicionais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intermediação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8-12% sobre o valor pago ao motorista por corrida/mês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antecedentes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R$ 49,90 por verificação completa (repassado ao motorista)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Premium (motorista)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R$ 79,90/mês: destaque na busca, mais solicitações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white-label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Futuro: licenciar tecnologia para cooperativas de transporte escolar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Estimativa de Custos — MVP (6 meses)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3383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 (R$)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Meses (R$)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Azure/AWS (Infra)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Service, SQL, Redis,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Directions, Geocoding (~100 vans)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Face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~30k verificações/mês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(Push)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Gratuito até 10k dispositivos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Pagamento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~2.5%/tx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Stripe/Asaas taxa por transação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+ SSL + CDN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Pro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Dev + Google Play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$99/ano iOS + $25 one-time Android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Pen-testing / 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externa antes do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Consultoria Jurídica (LGPD)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Termos, política, DPO setup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ESTIMADO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~37.500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custo de equipe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Custos de desenvolvimento (equipe) não incluídos — variam de R$15k-40k/mês para um time de 3-4 devs. Se você desenvolver solo, o custo é seu tempo + infra acima.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 de Atenção &amp; Possíveis Falhas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1188720"/>
          </a:xfrm>
          <a:prstGeom prst="rect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868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9144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de dados de menores = crise existencial para a empresa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 com antecedentes falsificados passa na verificação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Sequestro de sessão: invasor rastreia localização de criança em tempo real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social: alguém se passa por pai/mãe no 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1280160" cy="11887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240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TÉCNICO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11680" y="22860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no GPS durante trajeto: pais perdem visibilidade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 falha sistematicamente (taxa de erro &gt; 5%)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fora do ar em horário de pico (manhã/tarde escolar)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não escala para milhares de conexões simultâneas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611880"/>
            <a:ext cx="1280160" cy="1188720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611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NEGÓCIO / LEGAL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011680" y="3657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LGPD: multas de até R$50M por infração com dados de menores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 (Estatuto da Criança): responsabilidade solidária por incidentes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CTB Art. 136-139: requisitos de transporte escolar não cumpridos no app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dos pais: motorista já realizou o serviço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572000"/>
            <a:ext cx="8046720" cy="182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risco acima deve ter um plano de mitigação documentado antes do MVP ir ao ar.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Requisitos Legais &amp; Regulatórios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291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 / Norma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no App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LGPD (Lei 13.709)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Consentimento do responsável para dados de menores; DPO obrigatório; relatório de impacto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de consentimento, painel DPO, DPIA, data retention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ECA (Lei 8.069)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Proteção integral da criança; responsabilidade solidária; comunicação obrigatória de incidentes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Botão de emergência, logs auditáveis, canal de denúncia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CTB Art. 136-139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Motorista com CNH D/E, exame toxicológico, curso de transporte escolar, vistoria semestral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de documentos obrigatórios no cadastro do motorista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Resoluções CONTRAN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lateral "Transporte Escolar", extintor, cinto para cada assento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de fotos do veículo para validação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 Civil Internet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 de logs por 6 meses; remoção de dados mediante solicitação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Infraestrutura de logs, painel de exclusão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de Defesa Consumidor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Transparência de preços, cancelamento, reembolso proporcional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de cancelamento claras, reembolso automático pro-rata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contratar assessoria jurídica especializada em direito digital + direito da criança ANTES do desenvolvimento.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de Desenvolvimento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3749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1-2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&amp; infra cloud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cadastro (pais/motoristas)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perfis e documentos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antecedentes criminais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2011680" cy="3749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05840"/>
            <a:ext cx="201168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3-4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 (pais↔motoristas)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GPS real-time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notificações push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rotas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Check-in/out com geoloc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2011680" cy="3749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2011680" cy="68580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5-6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+ Launch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 (cadastro + verificação)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recorrente + NFS-e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Pen-testing + LGPD compliance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com 10-20 famílias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2011680" cy="3749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05840"/>
            <a:ext cx="201168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7-12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182880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nas lojas (iOS + Android)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aquisição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in-app (pai↔motorista)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analytics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regional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828800" y="2441448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40280" y="2423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ideia com 5-10 pais e 3-5 motoristas (entrevistas)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825496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0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40280" y="28072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assessoria jurídica (LGPD + ECA + CTB)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28800" y="3209544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1828800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40280" y="31912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MVP mínimo viável (cortar reconhecimento facial para v2?)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828800" y="359359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0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40280" y="35753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da infraestrutura cloud (Azure/AWS) + CI/CD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828800" y="397764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182880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240280" y="39593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auth + cadastro + matching como primeira sprint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828800" y="4361688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1828800" y="4361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240280" y="4343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investimento seed ou bootstrap com primeiros contratos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200400" y="4572000"/>
            <a:ext cx="27432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Vick Monteiro  •  SafeRide Kids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SafeRide Kids - Arquitetura &amp; Planejamento</dc:title>
  <dc:subject>PptxGenJS Presentation</dc:subject>
  <dc:creator>Vick Monteiro</dc:creator>
  <cp:lastModifiedBy>Vick Monteiro</cp:lastModifiedBy>
  <cp:revision>1</cp:revision>
  <dcterms:created xsi:type="dcterms:W3CDTF">2026-04-14T20:09:23Z</dcterms:created>
  <dcterms:modified xsi:type="dcterms:W3CDTF">2026-04-14T20:09:23Z</dcterms:modified>
</cp:coreProperties>
</file>